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Arena &lt;-&gt; 本机 打通报告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session 01a0aa00  |  git-sync v2.8.1</a:t>
            </a:r>
          </a:p>
          <a:p>
            <a:r>
              <a:t>arena/01a0aa00-git-pull-arena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装了什么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技能来源：arena.ai/agent/01a0a9f0 = 分支 arena/01a0a9f0-git-pull-arena 上的 skills/git-sync v2.8.1</a:t>
            </a:r>
          </a:p>
          <a:p>
            <a:pPr>
              <a:defRPr sz="1500"/>
            </a:pPr>
            <a:r>
              <a:t>开发分支：arena/01a0a98d-git-pull-arena（v2.8.1 的出处）</a:t>
            </a:r>
          </a:p>
          <a:p>
            <a:pPr>
              <a:defRPr sz="1500"/>
            </a:pPr>
            <a:r>
              <a:t>安装：agent-install.sh，v2.7.4 -&gt; v2.8.1，拒绝降级</a:t>
            </a:r>
          </a:p>
          <a:p>
            <a:pPr>
              <a:defRPr sz="1500"/>
            </a:pPr>
            <a:r>
              <a:t>仓库闸门 code/check_all.sh + 真机检查 code/local_check.ps1（3a-3h）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本机怎么打通（只做一次）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cd E:\0github\git-sync</a:t>
            </a:r>
          </a:p>
          <a:p>
            <a:pPr>
              <a:defRPr sz="1500"/>
            </a:pPr>
            <a:r>
              <a:t>git clone -b arena/01a0aa00-git-pull-arena &lt;repo&gt; git-pull-arena-01a0aa00</a:t>
            </a:r>
          </a:p>
          <a:p>
            <a:pPr>
              <a:defRPr sz="1500"/>
            </a:pPr>
            <a:r>
              <a:t>cd git-pull-arena-01a0aa00 ; .\bootstrap.ps1 -Auto</a:t>
            </a:r>
          </a:p>
          <a:p>
            <a:pPr>
              <a:defRPr sz="1500"/>
            </a:pPr>
            <a:r>
              <a:t>.\doctor.ps1 ; .\watch.ps1 -Status（hands-free master=True）</a:t>
            </a:r>
          </a:p>
          <a:p>
            <a:pPr>
              <a:defRPr sz="1500"/>
            </a:pPr>
            <a:r>
              <a:t>不要覆盖 git-pull-arena / -v268 / -s2 / -01a0a9f0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循环：谁做什么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Arena：agent-sync.sh 提交并推送到本会话分支</a:t>
            </a:r>
          </a:p>
          <a:p>
            <a:pPr>
              <a:defRPr sz="1500"/>
            </a:pPr>
            <a:r>
              <a:t>Arena：agent-check.sh --request 请求一轮检查（round + 1）</a:t>
            </a:r>
          </a:p>
          <a:p>
            <a:pPr>
              <a:defRPr sz="1500"/>
            </a:pPr>
            <a:r>
              <a:t>本机：值守 pull -&gt; 跑 local_check.ps1 -&gt; 把结论和日志推回分支</a:t>
            </a:r>
          </a:p>
          <a:p>
            <a:pPr>
              <a:defRPr sz="1500"/>
            </a:pPr>
            <a:r>
              <a:t>Arena：--read 读结论（0 过 / 2 败 / 3 等待），满意就 --accept 收尾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本机证明什么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gate：闸门在本机（git 自带 bash）真的跑起来</a:t>
            </a:r>
          </a:p>
          <a:p>
            <a:pPr>
              <a:defRPr sz="1500"/>
            </a:pPr>
            <a:r>
              <a:t>3a sha256+字节 | 3b OOXML 必需部件 | 3c 每个 XML 可解析</a:t>
            </a:r>
          </a:p>
          <a:p>
            <a:pPr>
              <a:defRPr sz="1500"/>
            </a:pPr>
            <a:r>
              <a:t>3d 关系不断链 | 3e 内容类型齐全 | 3f 标记词在文件里 | 3g 页数达标</a:t>
            </a:r>
          </a:p>
          <a:p>
            <a:pPr>
              <a:defRPr sz="1500"/>
            </a:pPr>
            <a:r>
              <a:t>3h 真 Word / 真 PowerPoint 只读打开，带 120s 硬超时</a:t>
            </a:r>
          </a:p>
          <a:p>
            <a:pPr>
              <a:defRPr sz="1500"/>
            </a:pPr>
            <a:r>
              <a:t>2a-2d 免点击推送、值守窗口等级、收尾行、hands-free 拉推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另一端这台机器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host LAPTOP-R77M5D6M（results/hardware/latest.md）</a:t>
            </a:r>
          </a:p>
          <a:p>
            <a:pPr>
              <a:defRPr sz="1500"/>
            </a:pPr>
            <a:r>
              <a:t>conda base python 3.11.9（E:\spider\python.exe）—— 本机检查用的就是它</a:t>
            </a:r>
          </a:p>
          <a:p>
            <a:pPr>
              <a:defRPr sz="1500"/>
            </a:pPr>
            <a:r>
              <a:t>v2.8.1 闸门逐个验证 python3 / python / py -3，假 Store 存根不再造成 SKIP</a:t>
            </a:r>
          </a:p>
          <a:p>
            <a:pPr>
              <a:defRPr sz="1500"/>
            </a:pPr>
            <a:r>
              <a:t>3h 开档测试读 OFFICE_HASHES.json，本报告的 docx/pptx 会被真 Office 打开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怎么读结论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results/status/handshake.json：round / arena_state / local_state / host</a:t>
            </a:r>
          </a:p>
          <a:p>
            <a:pPr>
              <a:defRPr sz="1500"/>
            </a:pPr>
            <a:r>
              <a:t>results/status/check_rN_&lt;时间戳&gt;.txt：本机推回的第 N 轮完整日志</a:t>
            </a:r>
          </a:p>
          <a:p>
            <a:pPr>
              <a:defRPr sz="1500"/>
            </a:pPr>
            <a:r>
              <a:t>值守默认 2 分钟一轮询：pull -&gt; 跑检查 -&gt; 把结论和日志 push 回分支</a:t>
            </a:r>
          </a:p>
          <a:p>
            <a:pPr>
              <a:defRPr sz="1500"/>
            </a:pPr>
            <a:r>
              <a:t>passed -&gt; agent-check.sh --accept 关闭这一轮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边界（不糊弄）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「本机」= Windows 计划任务值守 git-sync-watch-git-pull-arena-01a0aa00</a:t>
            </a:r>
          </a:p>
          <a:p>
            <a:pPr>
              <a:defRPr sz="1500"/>
            </a:pPr>
            <a:r>
              <a:t>不是沙箱里的 local/inbox，也不是自制脚本冒充的本地</a:t>
            </a:r>
          </a:p>
          <a:p>
            <a:pPr>
              <a:defRPr sz="1500"/>
            </a:pPr>
            <a:r>
              <a:t>沙箱可以 pip/.venv 生成产物（v2.8.0 起）：生成器只是工具</a:t>
            </a:r>
          </a:p>
          <a:p>
            <a:pPr>
              <a:defRPr sz="1500"/>
            </a:pPr>
            <a:r>
              <a:t>结论必须由本机值守写回 handshake 并从远端读回来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中文速查（克隆目录里）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.\sync.ps1 取最新 | .\push.ps1 "说明" 提交推送（静默免点击）</a:t>
            </a:r>
          </a:p>
          <a:p>
            <a:pPr>
              <a:defRPr sz="1500"/>
            </a:pPr>
            <a:r>
              <a:t>.\doctor.ps1 体检 | .\watch.ps1 -Status / -Test / -Unregister</a:t>
            </a:r>
          </a:p>
          <a:p>
            <a:pPr>
              <a:defRPr sz="1500"/>
            </a:pPr>
            <a:r>
              <a:t>.\download.ps1 -Set final 把 deliverable\ 镜像到 ..\git-pull-arena_out\</a:t>
            </a:r>
          </a:p>
          <a:p>
            <a:pPr>
              <a:defRPr sz="1500"/>
            </a:pPr>
            <a:r>
              <a:t>.\auth.ps1 -Setup -Verify 配好免点击推送并当场证明（每台机器一次）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