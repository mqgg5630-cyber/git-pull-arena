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交付清单 / 闭环回执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session 01a0aa00  |  git-sync v2.8.1</a:t>
            </a:r>
          </a:p>
          <a:p>
            <a:r>
              <a:t>arena/01a0aa00-git-pull-arena</a:t>
            </a:r>
          </a:p>
          <a:p>
            <a:r>
              <a:t>本机 LAPTOP-R77M5D6M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交付清单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300"/>
            </a:pPr>
            <a:r>
              <a:t>deliverable/BRIDGE_01a0aa00_v2.8.1.docx (docx, 40685 B, sha256 1ce046503c0e...)</a:t>
            </a:r>
          </a:p>
          <a:p>
            <a:pPr>
              <a:defRPr sz="1300"/>
            </a:pPr>
            <a:r>
              <a:t>deliverable/BRIDGE_01a0aa00_v2.8.1.pptx (pptx, 37466 B, sha256 27528248996a...)</a:t>
            </a:r>
          </a:p>
          <a:p>
            <a:pPr>
              <a:defRPr sz="1300"/>
            </a:pPr>
            <a:r>
              <a:t>deliverable/GUIDE_01a0aa00_v2.8.1.docx (docx, 40598 B, sha256 6753333d8ae5...)</a:t>
            </a:r>
          </a:p>
          <a:p>
            <a:pPr>
              <a:defRPr sz="1300"/>
            </a:pPr>
            <a:r>
              <a:t>deliverable/GUIDE_01a0aa00_v2.8.1.pptx (pptx, 40308 B, sha256 8fc97ca9cad0...)</a:t>
            </a:r>
          </a:p>
          <a:p>
            <a:pPr>
              <a:defRPr sz="1300"/>
            </a:pPr>
            <a:r>
              <a:t>deliverable/DECK_01a0aa00_v2.8.1.pptx (pptx, 46582 B, sha256 0c2ff1af1f79...)</a:t>
            </a:r>
          </a:p>
          <a:p>
            <a:pPr>
              <a:defRPr sz="1300"/>
            </a:pPr>
            <a:r>
              <a:t>生成器 code/make_bridge_report.py（先过 3a-3g 镜像自检）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本机回执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300"/>
            </a:pPr>
            <a:r>
              <a:t>round 20 on LAPTOP-R77M5D6M - passed</a:t>
            </a:r>
          </a:p>
          <a:p>
            <a:pPr>
              <a:defRPr sz="1300"/>
            </a:pPr>
            <a:r>
              <a:t>round 21 on LAPTOP-R77M5D6M - passed</a:t>
            </a:r>
          </a:p>
          <a:p>
            <a:pPr>
              <a:defRPr sz="1300"/>
            </a:pPr>
            <a:r>
              <a:t>round 22 on LAPTOP-R77M5D6M - passed</a:t>
            </a:r>
          </a:p>
          <a:p>
            <a:pPr>
              <a:defRPr sz="1300"/>
            </a:pPr>
            <a:r>
              <a:t>3a-3g：哈希/字节、OOXML 部件、XML、关系、内容类型、标记词、页数全 OK</a:t>
            </a:r>
          </a:p>
          <a:p>
            <a:pPr>
              <a:defRPr sz="1300"/>
            </a:pPr>
            <a:r>
              <a:t>3h：真 Word 打开两份 docx；真 PowerPoint 打开两份 pptx</a:t>
            </a:r>
          </a:p>
          <a:p>
            <a:pPr>
              <a:defRPr sz="1300"/>
            </a:pPr>
            <a:r>
              <a:t>成功标准 54 条全过、0 fail；2a 免点击推送 PROVEN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在本机怎么取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300"/>
            </a:pPr>
            <a:r>
              <a:t>cd E:\0github\git-sync\git-pull-arena-01a0aa00 ; .\sync.ps1</a:t>
            </a:r>
          </a:p>
          <a:p>
            <a:pPr>
              <a:defRPr sz="1300"/>
            </a:pPr>
            <a:r>
              <a:t>.\download.ps1 -Set final  -&gt;  ..\git-pull-arena_out\</a:t>
            </a:r>
          </a:p>
          <a:p>
            <a:pPr>
              <a:defRPr sz="1300"/>
            </a:pPr>
            <a:r>
              <a:t>或直接打开克隆目录里的 deliverable\</a:t>
            </a:r>
          </a:p>
          <a:p>
            <a:pPr>
              <a:defRPr sz="1300"/>
            </a:pPr>
            <a:r>
              <a:t>.\pack.ps1 -Set final  -&gt;  _export\&lt;日期&gt;_final.zip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值守与清理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300"/>
            </a:pPr>
            <a:r>
              <a:t>本会话：git-sync-watch-git-pull-arena-01a0aa00（2 分钟一轮询，hands-free）</a:t>
            </a:r>
          </a:p>
          <a:p>
            <a:pPr>
              <a:defRPr sz="1300"/>
            </a:pPr>
            <a:r>
              <a:t>bootstrap -Auto 已 park 其它 git-sync-watch-*（任务保留）</a:t>
            </a:r>
          </a:p>
          <a:p>
            <a:pPr>
              <a:defRPr sz="1300"/>
            </a:pPr>
            <a:r>
              <a:t>切回旧会话：cd &lt;文件夹&gt; ; .\watch.ps1 -Focus   |   全恢复：-RestoreParked</a:t>
            </a:r>
          </a:p>
          <a:p>
            <a:pPr>
              <a:defRPr sz="1300"/>
            </a:pPr>
            <a:r>
              <a:t>零闪窗：管理员 PowerShell 跑 .\watch.ps1 -Register -Headless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循环里做过的步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300"/>
            </a:pPr>
            <a:r>
              <a:t>round 20：装技能（v2.8.1）+ BRIDGE 报告 -&gt; 本机 passed + accepted</a:t>
            </a:r>
          </a:p>
          <a:p>
            <a:pPr>
              <a:defRPr sz="1300"/>
            </a:pPr>
            <a:r>
              <a:t>round 21：GUIDE 使用说明（docx + pptx）-&gt; 本机 passed + accepted</a:t>
            </a:r>
          </a:p>
          <a:p>
            <a:pPr>
              <a:defRPr sz="1300"/>
            </a:pPr>
            <a:r>
              <a:t>本轮：DELIVERY 交付清单/回执 -&gt; 同样交本机判定</a:t>
            </a:r>
          </a:p>
          <a:p>
            <a:pPr>
              <a:defRPr sz="1300"/>
            </a:pPr>
            <a:r>
              <a:t>每轮日志：results/status/check_rN_&lt;时间戳&gt;.txt；状态：results/status/handshake.json = accepted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还想要什么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300"/>
            </a:pPr>
            <a:r>
              <a:t>PR 到 main：.\pr.ps1（需 GitHub CLI）</a:t>
            </a:r>
          </a:p>
          <a:p>
            <a:pPr>
              <a:defRPr sz="1300"/>
            </a:pPr>
            <a:r>
              <a:t>沙箱读结论：bash skills/git-sync/scripts/agent-check.sh --read</a:t>
            </a:r>
          </a:p>
          <a:p>
            <a:pPr>
              <a:defRPr sz="1300"/>
            </a:pPr>
            <a:r>
              <a:t>继续干活：回本会话说一句，值守会把改动 pull 到本机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