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71700"/>
            <a:ext cx="10515600" cy="15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00000"/>
            <a:ext cx="10515600" cy="16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3000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1800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440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endParaRPr lang="zh-CN" altLang="en-US" sz="28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4400" b="1">
          <a:solidFill>
            <a:schemeClr val="tx1"/>
          </a:solidFill>
          <a:latin typeface="Calibri Light"/>
          <a:ea typeface="Microsoft YaHei"/>
        </a:defRPr>
      </a:lvl1pPr>
    </p:titleStyle>
    <p:bodyStyle>
      <a:lvl1pPr marL="228600" indent="-228600">
        <a:spcBef>
          <a:spcPts val="600"/>
        </a:spcBef>
        <a:buFont typeface="Arial" pitchFamily="34" charset="0"/>
        <a:buChar char="•"/>
        <a:defRPr sz="1800">
          <a:solidFill>
            <a:schemeClr val="tx1"/>
          </a:solidFill>
          <a:latin typeface="Calibri"/>
          <a:ea typeface="Microsoft YaHei"/>
        </a:defRPr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171700"/>
            <a:ext cx="10515600" cy="1500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4000" b="1" dirty="0">
                <a:solidFill>
                  <a:schemeClr val="tx1"/>
                </a:solidFill>
                <a:latin typeface="Calibri"/>
                <a:ea typeface="Microsoft YaHei"/>
              </a:rPr>
              <a:t>git-sync v2.7.4 本机打通验收</a:t>
            </a:r>
            <a:endParaRPr lang="zh-CN" altLang="en-US" sz="40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3800000"/>
            <a:ext cx="10515600" cy="1600000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Arena 会话分支 arena/01a0a9ba-git-pull-arena</a:t>
            </a:r>
            <a:endParaRPr lang="zh-CN" altLang="en-US" sz="180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技能来源分支 arena/01a0a821-git-pull-arena（tip 6c25969）</a:t>
            </a:r>
            <a:endParaRPr lang="zh-CN" altLang="en-US" sz="1800"/>
          </a:p>
          <a:p>
            <a:pPr marL="0" indent="0">
              <a:spcBef>
                <a:spcPts val="600"/>
              </a:spcBef>
              <a:buNone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生成时间 2026-09-16 10:30 UTC · 纯标准库生成，确定性输出</a:t>
            </a:r>
            <a:endParaRPr lang="zh-CN" altLang="en-US" sz="1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结论：本机已真打通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round 20 本机回传 local_state = passed，host = LAPTOP-R77M5D6M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证据链：git clone → bootstrap -Auto → watch.ps1 -Register → 值守自动检查 → 静默 push 回分支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不是沙箱 local/inbox，不是 python 复刻，不是 .venv 冒充本机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本机时间 2026-09-16 18:27:00（UTC+8）= arena 请求后约 3 分钟</a:t>
            </a:r>
            <a:endParaRPr lang="zh-CN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安装记录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技能版本 v2.7.4，源分支 arena/01a0a821-git-pull-arena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diff -rq 与源分支逐字节一致，唯一差异是 sync.config.json 的 branch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根目录 12 个 .ps1 齐备，含 watch.ps1（83666 B）与 auth.ps1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配置保留：hands_free / auto_pull / auto_push = true，gate = bash code/check_all.sh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提交 0a2dcf9（安装）、f9efc0a（请求第 20 轮检查）</a:t>
            </a:r>
            <a:endParaRPr lang="zh-CN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发现的缺陷：安装器会静默降级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DEFAULT_SOURCE_BRANCHES 把 main 排在 arena 分支之前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照文档 one-liner 跑 → 从 main 取到 v2.6.7 → rm -rf 后覆盖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11 个 v2.7.4 独有文件被删（agent-handsfree.sh、one-sentence.md 等）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处置：--source 指回 arena 分支重装；配置因 OLD_CFG_B64 未丢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建议：调换默认顺序，或安装器比对 VERSION 拒绝降级</a:t>
            </a:r>
            <a:endParaRPr lang="zh-CN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校验结果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gate bash code/check_all.sh 退出 0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.ps1 全 ASCII / 分支守卫 / 根目录与 skill 脚本镜像一致 / $var: 盘符陷阱扫描通过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agent-criteria.sh PASSED：17 ok / 0 fail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PowerShell 不在沙箱 PATH，.ps1 语法解析项按设计 SKIP，由本机侧补做</a:t>
            </a:r>
            <a:endParaRPr lang="zh-CN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本机环境（hardware.ps1 上报）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主机 LAPTOP-R77M5D6M · Windows 11 专业版 build 26200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CPU i5-10200H 4 核 8 线程 · 内存 15.9 GB（空闲 5.6 GB）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GPU GTX 1650 4 GB 显存 · 驱动 576.02 · CUDA driver 12.9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磁盘 E: 715.4 GB 剩 181.3 GB · python 3.11.9 · conda 25.3.1</a:t>
            </a:r>
            <a:endParaRPr lang="zh-CN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自循环协议（本机即验证机）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一条命令：agent-handsfree.sh --sync --request --timeout auto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流程：sync → request（round+1）→ wait 值守 → criteria → 全过则 accept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退出 0 收尾 / 2 修复再来一轮 / 3 值守不在则重贴 PowerShell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--timeout auto：结论一到就返回，上限 check_timeout_min×60+180 秒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hands_free 下值守每轮自动 sync + 自动静默 push，用户不必手动同步</a:t>
            </a:r>
            <a:endParaRPr lang="zh-CN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本轮交付物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deliverable/BRIDGE_REPORT_v2.7.4.docx（本报告）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deliverable/BRIDGE_REPORT_v2.7.4.pptx（本幻灯片）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deliverable/OFFICE_HASHES.json（SHA-256 / 字节数 / 必需部件）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code/make_bridge_report.py（纯标准库生成器，可复现）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code/local_check.ps1 第 3 节（本机真校验）+ success_criteria.json</a:t>
            </a:r>
            <a:endParaRPr lang="zh-CN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430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zh-CN" altLang="en-US" sz="3000" b="1" dirty="0">
                <a:solidFill>
                  <a:schemeClr val="tx1"/>
                </a:solidFill>
                <a:latin typeface="Calibri"/>
                <a:ea typeface="Microsoft YaHei"/>
              </a:rPr>
              <a:t>下一步</a:t>
            </a:r>
            <a:endParaRPr lang="zh-CN" altLang="en-US" sz="3000"/>
          </a:p>
        </p:txBody>
      </p:sp>
      <p:sp>
        <p:nvSpPr>
          <p:cNvPr id="3" name="Content 2"/>
          <p:cNvSpPr>
            <a:spLocks noGrp="1"/>
          </p:cNvSpPr>
          <p:nvPr>
            <p:ph type="body" idx="1"/>
          </p:nvPr>
        </p:nvSpPr>
        <p:spPr>
          <a:xfrm>
            <a:off x="838200" y="1600200"/>
            <a:ext cx="10515600" cy="4525963"/>
          </a:xfrm>
          <a:prstGeom prst="rect">
            <a:avLst/>
          </a:prstGeom>
        </p:spPr>
        <p:txBody>
          <a:bodyPr anchor="t">
            <a:normAutofit/>
          </a:bodyPr>
          <a:lstStyle/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本机侧：.\download.ps1 -Set final 取回 deliverable（或直接看克隆目录）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值守会自动跑第 21 轮检查：OOXML 结构 + SHA-256 + 可选 Office 开档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助手侧读 results/status/check_r21_*.txt，全过则 accept 收尾</a:t>
            </a:r>
            <a:endParaRPr lang="zh-CN" altLang="en-US" sz="1800"/>
          </a:p>
          <a:p>
            <a:pPr marL="228600" indent="-228600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1800" b="0" dirty="0">
                <a:solidFill>
                  <a:schemeClr val="tx1"/>
                </a:solidFill>
                <a:latin typeface="Calibri"/>
                <a:ea typeface="Microsoft YaHei"/>
              </a:rPr>
              <a:t>若要刷新本机硬件报告：.\hardware.ps1 -Deep</a:t>
            </a:r>
            <a:endParaRPr lang="zh-CN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50000">
              <a:schemeClr val="phClr">
                <a:tint val="50000"/>
                <a:shade val="100000"/>
                <a:satMod val="130000"/>
              </a:schemeClr>
            </a:gs>
            <a:gs pos="100000">
              <a:schemeClr val="phClr">
                <a:shade val="50000"/>
                <a:satMod val="13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DocSecurity>0</DocSecurity>
  <ScaleCrop>false</ScaleCrop>
  <LinksUpToDate>false</LinksUpToDate>
  <SharedDoc>false</SharedDoc>
  <HyperlinksChanged>false</HyperlinksChanged>
  <AppVersion>16.0000</AppVersion>
  <Slides>9</Slides>
  <TitlesOfParts>
    <vt:vector size="9" baseType="lpstr">
      <vt:lpstr>git-sync v2.7.4 本机打通验收</vt:lpstr>
      <vt:lpstr>结论：本机已真打通</vt:lpstr>
      <vt:lpstr>安装记录</vt:lpstr>
      <vt:lpstr>发现的缺陷：安装器会静默降级</vt:lpstr>
      <vt:lpstr>校验结果</vt:lpstr>
      <vt:lpstr>本机环境（hardware.ps1 上报）</vt:lpstr>
      <vt:lpstr>自循环协议（本机即验证机）</vt:lpstr>
      <vt:lpstr>本轮交付物</vt:lpstr>
      <vt:lpstr>下一步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git-sync v2.7.4 本机打通验收</dc:title>
  <dc:subject>local bridge acceptance deck</dc:subject>
  <dc:creator>Arena Agent</dc:creator>
  <cp:lastModifiedBy>Arena Agent</cp:lastModifiedBy>
  <cp:revision>1</cp:revision>
  <dcterms:created xsi:type="dcterms:W3CDTF">2026-09-16T10:30:00Z</dcterms:created>
  <dcterms:modified xsi:type="dcterms:W3CDTF">2026-09-16T10:30:00Z</dcterms:modified>
</cp:coreProperties>
</file>