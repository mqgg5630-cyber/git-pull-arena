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Local &lt;-&gt; Arena bridge proof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git-sync v2.8.1  |  branch arena/01a0a9f0-git-pull-arena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installed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skill git-sync v2.8.1 (source branch arena/01a0a98d-git-pull-arena)</a:t>
            </a:r>
          </a:p>
          <a:p>
            <a:pPr>
              <a:defRPr sz="1600"/>
            </a:pPr>
            <a:r>
              <a:t>upgrade path v2.7.4 -&gt; v2.8.1, installer refuses to downgrade</a:t>
            </a:r>
          </a:p>
          <a:p>
            <a:pPr>
              <a:defRPr sz="1600"/>
            </a:pPr>
            <a:r>
              <a:t>repo gate code/check_all.sh + real-machine check code/local_check.ps1</a:t>
            </a:r>
          </a:p>
          <a:p>
            <a:pPr>
              <a:defRPr sz="1600"/>
            </a:pPr>
            <a:r>
              <a:t>python-docx / python-pptx are allowed in the sandbox (v2.8.0 policy)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Arena: agent-sync.sh pushes the work to the branch</a:t>
            </a:r>
          </a:p>
          <a:p>
            <a:pPr>
              <a:defRPr sz="1600"/>
            </a:pPr>
            <a:r>
              <a:t>Arena: agent-check.sh --request asks for a check (round + 1)</a:t>
            </a:r>
          </a:p>
          <a:p>
            <a:pPr>
              <a:defRPr sz="1600"/>
            </a:pPr>
            <a:r>
              <a:t>machine: the watcher pulls, runs local_check.ps1, pushes the verdict</a:t>
            </a:r>
          </a:p>
          <a:p>
            <a:pPr>
              <a:defRPr sz="1600"/>
            </a:pPr>
            <a:r>
              <a:t>Arena: --read the verdict (0 pass / 2 fail / 3 pending), then --accept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machine proves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3a sha256 + bytes  |  3b required OOXML parts  |  3c every XML part parses</a:t>
            </a:r>
          </a:p>
          <a:p>
            <a:pPr>
              <a:defRPr sz="1600"/>
            </a:pPr>
            <a:r>
              <a:t>3d every relationship resolves  |  3e content types cover every part</a:t>
            </a:r>
          </a:p>
          <a:p>
            <a:pPr>
              <a:defRPr sz="1600"/>
            </a:pPr>
            <a:r>
              <a:t>3f text markers present  |  3g slide count kept</a:t>
            </a:r>
          </a:p>
          <a:p>
            <a:pPr>
              <a:defRPr sz="1600"/>
            </a:pPr>
            <a:r>
              <a:t>3h real Word / PowerPoint opens the file read-only</a:t>
            </a:r>
          </a:p>
          <a:p>
            <a:pPr>
              <a:defRPr sz="1600"/>
            </a:pPr>
            <a:r>
              <a:t>2a-2d silent push, watcher window class, closing lines, hands-free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other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host LAPTOP-R77M5D6M - Windows 11, i5-10200H, 15.9 GB RAM</a:t>
            </a:r>
          </a:p>
          <a:p>
            <a:pPr>
              <a:defRPr sz="1600"/>
            </a:pPr>
            <a:r>
              <a:t>GPU NVIDIA GeForce GTX 1650 4 GB - Office COM available</a:t>
            </a:r>
          </a:p>
          <a:p>
            <a:pPr>
              <a:defRPr sz="1600"/>
            </a:pPr>
            <a:r>
              <a:t>conda base python 3.11.9 (E:\spider\python.exe) - used by the local checks</a:t>
            </a:r>
          </a:p>
          <a:p>
            <a:pPr>
              <a:defRPr sz="1600"/>
            </a:pPr>
            <a:r>
              <a:t>v2.8.1 gate probes python3 / python / py -3, so the checks stop SKIPping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Verdict and receipt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results/status/handshake.json: round, arena_state, local_state</a:t>
            </a:r>
          </a:p>
          <a:p>
            <a:pPr>
              <a:defRPr sz="1600"/>
            </a:pPr>
            <a:r>
              <a:t>results/status/check_rN_&lt;timestamp&gt;.txt: the full log of that round</a:t>
            </a:r>
          </a:p>
          <a:p>
            <a:pPr>
              <a:defRPr sz="1600"/>
            </a:pPr>
            <a:r>
              <a:t>passed -&gt; agent-check.sh --accept closes the loop</a:t>
            </a:r>
          </a:p>
          <a:p>
            <a:pPr>
              <a:defRPr sz="1600"/>
            </a:pPr>
            <a:r>
              <a:t>no fake local side: no local/inbox, no stand-in 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