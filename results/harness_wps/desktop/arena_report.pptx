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双机自动化管线成果汇报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Arena Agent · 2026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1</a:t>
            </a:r>
            <a:r>
              <a:rPr lang="zh-CN" altLang="en-US"/>
              <a:t>日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4660900"/>
            <a:ext cx="10236200" cy="685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由</a:t>
            </a:r>
            <a:r>
              <a:rPr lang="en-US" altLang="zh-CN"/>
              <a:t> harness-anything </a:t>
            </a:r>
            <a:r>
              <a:rPr lang="zh-CN" altLang="en-US"/>
              <a:t>驱动</a:t>
            </a:r>
            <a:r>
              <a:rPr lang="en-US" altLang="zh-CN"/>
              <a:t> WPS COM </a:t>
            </a:r>
            <a:r>
              <a:rPr lang="zh-CN" altLang="en-US"/>
              <a:t>自动生成</a:t>
            </a:r>
            <a:r>
              <a:rPr lang="en-US" altLang="zh-CN"/>
              <a:t> · </a:t>
            </a:r>
            <a:r>
              <a:rPr lang="zh-CN" altLang="en-US"/>
              <a:t>本页及后续每页均可编辑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三大任务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①</a:t>
            </a:r>
            <a:r>
              <a:rPr lang="en-US" altLang="zh-CN"/>
              <a:t> Antigravity </a:t>
            </a:r>
            <a:r>
              <a:rPr lang="zh-CN" altLang="en-US"/>
              <a:t>台式机登录修复</a:t>
            </a:r>
            <a:r>
              <a:rPr lang="en-US" altLang="zh-CN"/>
              <a:t>
</a:t>
            </a:r>
            <a:r>
              <a:rPr lang="zh-CN" altLang="en-US"/>
              <a:t>②</a:t>
            </a:r>
            <a:r>
              <a:rPr lang="en-US" altLang="zh-CN"/>
              <a:t> Antigravity IDE </a:t>
            </a:r>
            <a:r>
              <a:rPr lang="zh-CN" altLang="en-US"/>
              <a:t>双机同步</a:t>
            </a:r>
            <a:r>
              <a:rPr lang="en-US" altLang="zh-CN"/>
              <a:t>
</a:t>
            </a:r>
            <a:r>
              <a:rPr lang="zh-CN" altLang="en-US"/>
              <a:t>③</a:t>
            </a:r>
            <a:r>
              <a:rPr lang="en-US" altLang="zh-CN"/>
              <a:t> harness-anything </a:t>
            </a:r>
            <a:r>
              <a:rPr lang="zh-CN" altLang="en-US"/>
              <a:t>接管</a:t>
            </a:r>
            <a:r>
              <a:rPr lang="en-US" altLang="zh-CN"/>
              <a:t> WPS </a:t>
            </a:r>
            <a:r>
              <a:rPr lang="zh-CN" altLang="en-US"/>
              <a:t>制作可编辑</a:t>
            </a:r>
            <a:r>
              <a:rPr lang="en-US" altLang="zh-CN"/>
              <a:t> PPTX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965200" y="5486400"/>
            <a:ext cx="102362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全程无人值守</a:t>
            </a:r>
            <a:r>
              <a:rPr lang="en-US" altLang="zh-CN"/>
              <a:t> · git-sync </a:t>
            </a:r>
            <a:r>
              <a:rPr lang="zh-CN" altLang="en-US"/>
              <a:t>轮次驱动</a:t>
            </a:r>
            <a:r>
              <a:rPr lang="en-US" altLang="zh-CN"/>
              <a:t> · </a:t>
            </a:r>
            <a:r>
              <a:rPr lang="zh-CN" altLang="en-US"/>
              <a:t>回执全部入库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基础设施：</a:t>
            </a:r>
            <a:r>
              <a:rPr lang="en-US" altLang="zh-CN"/>
              <a:t>git-sync </a:t>
            </a:r>
            <a:r>
              <a:rPr lang="zh-CN" altLang="en-US"/>
              <a:t>观察者环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沙箱</a:t>
            </a:r>
            <a:r>
              <a:rPr lang="en-US" altLang="zh-CN"/>
              <a:t> ↔ </a:t>
            </a:r>
            <a:r>
              <a:rPr lang="zh-CN" altLang="en-US"/>
              <a:t>笔记本</a:t>
            </a:r>
            <a:r>
              <a:rPr lang="en-US" altLang="zh-CN"/>
              <a:t> ↔ </a:t>
            </a:r>
            <a:r>
              <a:rPr lang="zh-CN" altLang="en-US"/>
              <a:t>台式机</a:t>
            </a:r>
            <a:r>
              <a:rPr lang="en-US" altLang="zh-CN"/>
              <a:t> </a:t>
            </a:r>
            <a:r>
              <a:rPr lang="zh-CN" altLang="en-US"/>
              <a:t>三角链路</a:t>
            </a:r>
            <a:r>
              <a:rPr lang="en-US" altLang="zh-CN"/>
              <a:t>
</a:t>
            </a:r>
            <a:r>
              <a:rPr lang="zh-CN" altLang="en-US"/>
              <a:t>笔记本</a:t>
            </a:r>
            <a:r>
              <a:rPr lang="en-US" altLang="zh-CN"/>
              <a:t> watcher </a:t>
            </a:r>
            <a:r>
              <a:rPr lang="zh-CN" altLang="en-US"/>
              <a:t>每轮拉取请求、执行任务、回写判据</a:t>
            </a:r>
            <a:r>
              <a:rPr lang="en-US" altLang="zh-CN"/>
              <a:t>
</a:t>
            </a:r>
            <a:r>
              <a:rPr lang="zh-CN" altLang="en-US"/>
              <a:t>累计</a:t>
            </a:r>
            <a:r>
              <a:rPr lang="en-US" altLang="zh-CN"/>
              <a:t> 145+ </a:t>
            </a:r>
            <a:r>
              <a:rPr lang="zh-CN" altLang="en-US"/>
              <a:t>轮全部闭环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登录修复：根因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Go </a:t>
            </a:r>
            <a:r>
              <a:rPr lang="zh-CN" altLang="en-US"/>
              <a:t>语言服务器不走系统代理、只认环境变量</a:t>
            </a:r>
            <a:r>
              <a:rPr lang="en-US" altLang="zh-CN"/>
              <a:t>
</a:t>
            </a:r>
            <a:r>
              <a:rPr lang="zh-CN" altLang="en-US"/>
              <a:t>直连</a:t>
            </a:r>
            <a:r>
              <a:rPr lang="en-US" altLang="zh-CN"/>
              <a:t> googleapis </a:t>
            </a:r>
            <a:r>
              <a:rPr lang="zh-CN" altLang="en-US"/>
              <a:t>被墙</a:t>
            </a:r>
            <a:r>
              <a:rPr lang="en-US" altLang="zh-CN"/>
              <a:t> → OAuth token </a:t>
            </a:r>
            <a:r>
              <a:rPr lang="zh-CN" altLang="en-US"/>
              <a:t>拿不到</a:t>
            </a:r>
            <a:r>
              <a:rPr lang="en-US" altLang="zh-CN"/>
              <a:t>
</a:t>
            </a:r>
            <a:r>
              <a:rPr lang="zh-CN" altLang="en-US"/>
              <a:t>登录回调</a:t>
            </a:r>
            <a:r>
              <a:rPr lang="en-US" altLang="zh-CN"/>
              <a:t> 127.0.0.1 </a:t>
            </a:r>
            <a:r>
              <a:rPr lang="zh-CN" altLang="en-US"/>
              <a:t>又被代理劫持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5613400"/>
            <a:ext cx="85344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dial tcp 108.177.x.x:443 → i/o timeout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登录修复：五层修复栈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①</a:t>
            </a:r>
            <a:r>
              <a:rPr lang="en-US" altLang="zh-CN"/>
              <a:t> </a:t>
            </a:r>
            <a:r>
              <a:rPr lang="zh-CN" altLang="en-US"/>
              <a:t>代理启动包装器（</a:t>
            </a:r>
            <a:r>
              <a:rPr lang="en-US" altLang="zh-CN"/>
              <a:t>env </a:t>
            </a:r>
            <a:r>
              <a:rPr lang="zh-CN" altLang="en-US"/>
              <a:t>快照自证）</a:t>
            </a:r>
            <a:r>
              <a:rPr lang="en-US" altLang="zh-CN"/>
              <a:t>
</a:t>
            </a:r>
            <a:r>
              <a:rPr lang="zh-CN" altLang="en-US"/>
              <a:t>②</a:t>
            </a:r>
            <a:r>
              <a:rPr lang="en-US" altLang="zh-CN"/>
              <a:t> </a:t>
            </a:r>
            <a:r>
              <a:rPr lang="zh-CN" altLang="en-US"/>
              <a:t>机器级</a:t>
            </a:r>
            <a:r>
              <a:rPr lang="en-US" altLang="zh-CN"/>
              <a:t> HTTP(S)_PROXY</a:t>
            </a:r>
            <a:r>
              <a:rPr lang="zh-CN" altLang="en-US"/>
              <a:t>（注册表落盘）</a:t>
            </a:r>
            <a:r>
              <a:rPr lang="en-US" altLang="zh-CN"/>
              <a:t>
</a:t>
            </a:r>
            <a:r>
              <a:rPr lang="zh-CN" altLang="en-US"/>
              <a:t>③</a:t>
            </a:r>
            <a:r>
              <a:rPr lang="en-US" altLang="zh-CN"/>
              <a:t> settings.json</a:t>
            </a:r>
            <a:r>
              <a:rPr lang="zh-CN" altLang="en-US"/>
              <a:t>（</a:t>
            </a:r>
            <a:r>
              <a:rPr lang="en-US" altLang="zh-CN"/>
              <a:t>http.proxy + proxySupport</a:t>
            </a:r>
            <a:r>
              <a:rPr lang="zh-CN" altLang="en-US"/>
              <a:t>）</a:t>
            </a:r>
            <a:r>
              <a:rPr lang="en-US" altLang="zh-CN"/>
              <a:t>
</a:t>
            </a:r>
            <a:r>
              <a:rPr lang="zh-CN" altLang="en-US"/>
              <a:t>④</a:t>
            </a:r>
            <a:r>
              <a:rPr lang="en-US" altLang="zh-CN"/>
              <a:t> noProxy </a:t>
            </a:r>
            <a:r>
              <a:rPr lang="zh-CN" altLang="en-US"/>
              <a:t>豁免</a:t>
            </a:r>
            <a:r>
              <a:rPr lang="en-US" altLang="zh-CN"/>
              <a:t> 127.0.0.1 </a:t>
            </a:r>
            <a:r>
              <a:rPr lang="zh-CN" altLang="en-US"/>
              <a:t>登录回调</a:t>
            </a:r>
            <a:r>
              <a:rPr lang="en-US" altLang="zh-CN"/>
              <a:t>
</a:t>
            </a:r>
            <a:r>
              <a:rPr lang="zh-CN" altLang="en-US"/>
              <a:t>⑤</a:t>
            </a:r>
            <a:r>
              <a:rPr lang="en-US" altLang="zh-CN"/>
              <a:t> </a:t>
            </a:r>
            <a:r>
              <a:rPr lang="zh-CN" altLang="en-US"/>
              <a:t>计划任务经包装器重启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登录修复：成果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直连错误</a:t>
            </a:r>
            <a:r>
              <a:rPr lang="en-US" altLang="zh-CN"/>
              <a:t> 136 </a:t>
            </a:r>
            <a:r>
              <a:rPr lang="zh-CN" altLang="en-US"/>
              <a:t>条</a:t>
            </a:r>
            <a:r>
              <a:rPr lang="en-US" altLang="zh-CN"/>
              <a:t> → 0 </a:t>
            </a:r>
            <a:r>
              <a:rPr lang="zh-CN" altLang="en-US"/>
              <a:t>条</a:t>
            </a:r>
            <a:r>
              <a:rPr lang="en-US" altLang="zh-CN"/>
              <a:t>
</a:t>
            </a:r>
            <a:r>
              <a:rPr lang="zh-CN" altLang="en-US"/>
              <a:t>语言服务器初始化</a:t>
            </a:r>
            <a:r>
              <a:rPr lang="en-US" altLang="zh-CN"/>
              <a:t> 6</a:t>
            </a:r>
            <a:r>
              <a:rPr lang="zh-CN" altLang="en-US"/>
              <a:t>分</a:t>
            </a:r>
            <a:r>
              <a:rPr lang="en-US" altLang="zh-CN"/>
              <a:t>29</a:t>
            </a:r>
            <a:r>
              <a:rPr lang="zh-CN" altLang="en-US"/>
              <a:t>秒</a:t>
            </a:r>
            <a:r>
              <a:rPr lang="en-US" altLang="zh-CN"/>
              <a:t> → 3.6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远程控制通道</a:t>
            </a:r>
            <a:r>
              <a:rPr lang="en-US" altLang="zh-CN"/>
              <a:t> Connected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965200" y="5613400"/>
            <a:ext cx="97536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Auth succeeded · RemoteControl Connected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IDE </a:t>
            </a:r>
            <a:r>
              <a:rPr lang="zh-CN" altLang="en-US"/>
              <a:t>双机同步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台式机</a:t>
            </a:r>
            <a:r>
              <a:rPr lang="en-US" altLang="zh-CN"/>
              <a:t> 2.12.2 → 2.15.1</a:t>
            </a:r>
            <a:r>
              <a:rPr lang="zh-CN" altLang="en-US"/>
              <a:t>（官方安装器静默升级）</a:t>
            </a:r>
            <a:r>
              <a:rPr lang="en-US" altLang="zh-CN"/>
              <a:t>
</a:t>
            </a:r>
            <a:r>
              <a:rPr lang="zh-CN" altLang="en-US"/>
              <a:t>笔记本</a:t>
            </a:r>
            <a:r>
              <a:rPr lang="en-US" altLang="zh-CN"/>
              <a:t> settings.json </a:t>
            </a:r>
            <a:r>
              <a:rPr lang="zh-CN" altLang="en-US"/>
              <a:t>同步过去</a:t>
            </a:r>
            <a:r>
              <a:rPr lang="en-US" altLang="zh-CN"/>
              <a:t>
</a:t>
            </a:r>
            <a:r>
              <a:rPr lang="zh-CN" altLang="en-US"/>
              <a:t>重启后代理链保持完好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5613400"/>
            <a:ext cx="97536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fresh session dial-tcp=0 · live to-proxy=13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harness-anything </a:t>
            </a:r>
            <a:r>
              <a:rPr lang="zh-CN" altLang="en-US"/>
              <a:t>接管</a:t>
            </a:r>
            <a:r>
              <a:rPr lang="en-US" altLang="zh-CN"/>
              <a:t> WPS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CLI → Session → Core → WPS COM
47 </a:t>
            </a:r>
            <a:r>
              <a:rPr lang="zh-CN" altLang="en-US"/>
              <a:t>条命令覆盖文字</a:t>
            </a:r>
            <a:r>
              <a:rPr lang="en-US" altLang="zh-CN"/>
              <a:t>/</a:t>
            </a:r>
            <a:r>
              <a:rPr lang="zh-CN" altLang="en-US"/>
              <a:t>表格</a:t>
            </a:r>
            <a:r>
              <a:rPr lang="en-US" altLang="zh-CN"/>
              <a:t>/</a:t>
            </a:r>
            <a:r>
              <a:rPr lang="zh-CN" altLang="en-US"/>
              <a:t>演示</a:t>
            </a:r>
            <a:r>
              <a:rPr lang="en-US" altLang="zh-CN"/>
              <a:t>
</a:t>
            </a:r>
            <a:r>
              <a:rPr lang="zh-CN" altLang="en-US"/>
              <a:t>本项目</a:t>
            </a:r>
            <a:r>
              <a:rPr lang="en-US" altLang="zh-CN"/>
              <a:t> vendor </a:t>
            </a:r>
            <a:r>
              <a:rPr lang="zh-CN" altLang="en-US"/>
              <a:t>化</a:t>
            </a:r>
            <a:r>
              <a:rPr lang="en-US" altLang="zh-CN"/>
              <a:t> + </a:t>
            </a:r>
            <a:r>
              <a:rPr lang="zh-CN" altLang="en-US"/>
              <a:t>离线</a:t>
            </a:r>
            <a:r>
              <a:rPr lang="en-US" altLang="zh-CN"/>
              <a:t> wheel </a:t>
            </a:r>
            <a:r>
              <a:rPr lang="zh-CN" altLang="en-US"/>
              <a:t>安装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5613400"/>
            <a:ext cx="102362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KWPS.Application / KET.Application / KWPP.Application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引擎健康探测补丁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上游</a:t>
            </a:r>
            <a:r>
              <a:rPr lang="en-US" altLang="zh-CN"/>
              <a:t> KWPP ProgID </a:t>
            </a:r>
            <a:r>
              <a:rPr lang="zh-CN" altLang="en-US"/>
              <a:t>在部分机器指向病态引擎</a:t>
            </a:r>
            <a:r>
              <a:rPr lang="en-US" altLang="zh-CN"/>
              <a:t>
</a:t>
            </a:r>
            <a:r>
              <a:rPr lang="zh-CN" altLang="en-US"/>
              <a:t>补丁：候选链探测</a:t>
            </a:r>
            <a:r>
              <a:rPr lang="en-US" altLang="zh-CN"/>
              <a:t> KWPP → wpp.Application → CLSID
Slides(1) </a:t>
            </a:r>
            <a:r>
              <a:rPr lang="zh-CN" altLang="en-US"/>
              <a:t>失败自动</a:t>
            </a:r>
            <a:r>
              <a:rPr lang="en-US" altLang="zh-CN"/>
              <a:t> Add </a:t>
            </a:r>
            <a:r>
              <a:rPr lang="zh-CN" altLang="en-US"/>
              <a:t>兜底</a:t>
            </a:r>
            <a:r>
              <a:rPr lang="en-US" altLang="zh-CN"/>
              <a:t>
</a:t>
            </a:r>
            <a:r>
              <a:rPr lang="zh-CN" altLang="en-US"/>
              <a:t>新增强</a:t>
            </a:r>
            <a:r>
              <a:rPr lang="en-US" altLang="zh-CN"/>
              <a:t> text_box </a:t>
            </a:r>
            <a:r>
              <a:rPr lang="zh-CN" altLang="en-US"/>
              <a:t>元素渲染（分数坐标）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测试矩阵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笔记本：</a:t>
            </a:r>
            <a:r>
              <a:rPr lang="en-US" altLang="zh-CN"/>
              <a:t>writer </a:t>
            </a:r>
            <a:r>
              <a:rPr lang="zh-CN" altLang="en-US"/>
              <a:t>流程</a:t>
            </a:r>
            <a:r>
              <a:rPr lang="en-US" altLang="zh-CN"/>
              <a:t> </a:t>
            </a:r>
            <a:r>
              <a:rPr lang="zh-CN" altLang="en-US"/>
              <a:t>✓（可编辑</a:t>
            </a:r>
            <a:r>
              <a:rPr lang="en-US" altLang="zh-CN"/>
              <a:t> docx </a:t>
            </a:r>
            <a:r>
              <a:rPr lang="zh-CN" altLang="en-US"/>
              <a:t>重开验证）</a:t>
            </a:r>
            <a:r>
              <a:rPr lang="en-US" altLang="zh-CN"/>
              <a:t>
</a:t>
            </a:r>
            <a:r>
              <a:rPr lang="zh-CN" altLang="en-US"/>
              <a:t>台式机：</a:t>
            </a:r>
            <a:r>
              <a:rPr lang="en-US" altLang="zh-CN"/>
              <a:t>WPS </a:t>
            </a:r>
            <a:r>
              <a:rPr lang="zh-CN" altLang="en-US"/>
              <a:t>全新安装</a:t>
            </a:r>
            <a:r>
              <a:rPr lang="en-US" altLang="zh-CN"/>
              <a:t> + writer/impress </a:t>
            </a:r>
            <a:r>
              <a:rPr lang="zh-CN" altLang="en-US"/>
              <a:t>双流程</a:t>
            </a:r>
            <a:r>
              <a:rPr lang="en-US" altLang="zh-CN"/>
              <a:t> </a:t>
            </a:r>
            <a:r>
              <a:rPr lang="zh-CN" altLang="en-US"/>
              <a:t>✓</a:t>
            </a:r>
            <a:r>
              <a:rPr lang="en-US" altLang="zh-CN"/>
              <a:t>
</a:t>
            </a:r>
            <a:r>
              <a:rPr lang="zh-CN" altLang="en-US"/>
              <a:t>本</a:t>
            </a:r>
            <a:r>
              <a:rPr lang="en-US" altLang="zh-CN"/>
              <a:t> PPTX</a:t>
            </a:r>
            <a:r>
              <a:rPr lang="zh-CN" altLang="en-US"/>
              <a:t>：</a:t>
            </a:r>
            <a:r>
              <a:rPr lang="en-US" altLang="zh-CN"/>
              <a:t>12 </a:t>
            </a:r>
            <a:r>
              <a:rPr lang="zh-CN" altLang="en-US"/>
              <a:t>页全量生成</a:t>
            </a:r>
            <a:r>
              <a:rPr lang="en-US" altLang="zh-CN"/>
              <a:t> + COM </a:t>
            </a:r>
            <a:r>
              <a:rPr lang="zh-CN" altLang="en-US"/>
              <a:t>重开验证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本演示文稿即证明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12 </a:t>
            </a:r>
            <a:r>
              <a:rPr lang="zh-CN" altLang="en-US"/>
              <a:t>页</a:t>
            </a:r>
            <a:r>
              <a:rPr lang="en-US" altLang="zh-CN"/>
              <a:t> · </a:t>
            </a:r>
            <a:r>
              <a:rPr lang="zh-CN" altLang="en-US"/>
              <a:t>每页标题</a:t>
            </a:r>
            <a:r>
              <a:rPr lang="en-US" altLang="zh-CN"/>
              <a:t>/</a:t>
            </a:r>
            <a:r>
              <a:rPr lang="zh-CN" altLang="en-US"/>
              <a:t>正文</a:t>
            </a:r>
            <a:r>
              <a:rPr lang="en-US" altLang="zh-CN"/>
              <a:t>/</a:t>
            </a:r>
            <a:r>
              <a:rPr lang="zh-CN" altLang="en-US"/>
              <a:t>文本框全部由</a:t>
            </a:r>
            <a:r>
              <a:rPr lang="en-US" altLang="zh-CN"/>
              <a:t> WPS COM </a:t>
            </a:r>
            <a:r>
              <a:rPr lang="zh-CN" altLang="en-US"/>
              <a:t>写入</a:t>
            </a:r>
            <a:r>
              <a:rPr lang="en-US" altLang="zh-CN"/>
              <a:t>
</a:t>
            </a:r>
            <a:r>
              <a:rPr lang="zh-CN" altLang="en-US"/>
              <a:t>保存为标准</a:t>
            </a:r>
            <a:r>
              <a:rPr lang="en-US" altLang="zh-CN"/>
              <a:t> OOXML pptx
</a:t>
            </a:r>
            <a:r>
              <a:rPr lang="zh-CN" altLang="en-US"/>
              <a:t>双击即可用</a:t>
            </a:r>
            <a:r>
              <a:rPr lang="en-US" altLang="zh-CN"/>
              <a:t> WPS </a:t>
            </a:r>
            <a:r>
              <a:rPr lang="zh-CN" altLang="en-US"/>
              <a:t>或</a:t>
            </a:r>
            <a:r>
              <a:rPr lang="en-US" altLang="zh-CN"/>
              <a:t> PowerPoint </a:t>
            </a:r>
            <a:r>
              <a:rPr lang="zh-CN" altLang="en-US"/>
              <a:t>打开继续编辑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438400" y="5892800"/>
            <a:ext cx="73152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—— </a:t>
            </a:r>
            <a:r>
              <a:rPr lang="zh-CN" altLang="en-US"/>
              <a:t>你现在看到的一切都是自动生成的</a:t>
            </a:r>
            <a:r>
              <a:rPr lang="en-US" altLang="zh-CN"/>
              <a:t> ——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下一步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台式机算力正式接入日常任务</a:t>
            </a:r>
            <a:r>
              <a:rPr lang="en-US" altLang="zh-CN"/>
              <a:t>
</a:t>
            </a:r>
            <a:r>
              <a:rPr lang="zh-CN" altLang="en-US"/>
              <a:t>更多</a:t>
            </a:r>
            <a:r>
              <a:rPr lang="en-US" altLang="zh-CN"/>
              <a:t> harness </a:t>
            </a:r>
            <a:r>
              <a:rPr lang="zh-CN" altLang="en-US"/>
              <a:t>技能：</a:t>
            </a:r>
            <a:r>
              <a:rPr lang="en-US" altLang="zh-CN"/>
              <a:t>Zotero / Photoshop / Illustrator
</a:t>
            </a:r>
            <a:r>
              <a:rPr lang="zh-CN" altLang="en-US"/>
              <a:t>笔记本演示组件</a:t>
            </a:r>
            <a:r>
              <a:rPr lang="en-US" altLang="zh-CN"/>
              <a:t> COM </a:t>
            </a:r>
            <a:r>
              <a:rPr lang="zh-CN" altLang="en-US"/>
              <a:t>修复（待排期）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1317</Words>
  <Application>WPS 演示</Application>
  <PresentationFormat>宽屏</PresentationFormat>
  <Paragraphs>62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BNI</dc:creator>
  <cp:lastModifiedBy>BNI</cp:lastModifiedBy>
  <cp:revision>158</cp:revision>
  <dcterms:created xsi:type="dcterms:W3CDTF">2019-06-19T02:08:00Z</dcterms:created>
  <dcterms:modified xsi:type="dcterms:W3CDTF">2026-10-01T17:04:44Z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2052-12.1.0.22525</vt:lpwstr>
  </property>
  <property fmtid="{D5CDD505-2E9C-101B-9397-08002B2CF9AE}" pid="3" name="ICV">
    <vt:lpwstr>0FB40D9D3E0F4F82AE5FEAD2D9E45C59_13</vt:lpwstr>
  </property>
</Properties>
</file>