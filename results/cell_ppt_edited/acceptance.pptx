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0955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6274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954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3339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2655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7468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7161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5292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0189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4466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2765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8087A8-B5D7-4357-AE59-6FD17618C1C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35C1D-5E65-4137-BC2C-8F2F549B82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372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ouched"/>
          <p:cNvSpPr/>
          <p:nvPr/>
        </p:nvSpPr>
        <p:spPr>
          <a:xfrm>
            <a:off x="10795000" y="5969000"/>
            <a:ext cx="762000" cy="381000"/>
          </a:xfrm>
          <a:prstGeom prst="rect">
            <a:avLst/>
          </a:prstGeom>
          <a:solidFill>
            <a:srgbClr val="11223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6693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自定义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c23184</dc:creator>
  <cp:lastModifiedBy>c23184</cp:lastModifiedBy>
  <cp:revision>1</cp:revision>
  <dcterms:created xsi:type="dcterms:W3CDTF">2026-10-01T18:06:50Z</dcterms:created>
  <dcterms:modified xsi:type="dcterms:W3CDTF">2026-10-01T18:06:50Z</dcterms:modified>
</cp:coreProperties>
</file>