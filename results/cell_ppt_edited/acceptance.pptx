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2" d="100"/>
          <a:sy n="72" d="100"/>
        </p:scale>
        <p:origin x="19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72A7C-4DEC-4564-84EC-EE042061928E}" type="datetimeFigureOut">
              <a:rPr lang="zh-CN" altLang="en-US" smtClean="0"/>
              <a:t>2026/10/2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558A60-CB82-4CF8-8E8F-98547F9B331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040605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72A7C-4DEC-4564-84EC-EE042061928E}" type="datetimeFigureOut">
              <a:rPr lang="zh-CN" altLang="en-US" smtClean="0"/>
              <a:t>2026/10/2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558A60-CB82-4CF8-8E8F-98547F9B331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110819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72A7C-4DEC-4564-84EC-EE042061928E}" type="datetimeFigureOut">
              <a:rPr lang="zh-CN" altLang="en-US" smtClean="0"/>
              <a:t>2026/10/2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558A60-CB82-4CF8-8E8F-98547F9B331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950357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72A7C-4DEC-4564-84EC-EE042061928E}" type="datetimeFigureOut">
              <a:rPr lang="zh-CN" altLang="en-US" smtClean="0"/>
              <a:t>2026/10/2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558A60-CB82-4CF8-8E8F-98547F9B331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884310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72A7C-4DEC-4564-84EC-EE042061928E}" type="datetimeFigureOut">
              <a:rPr lang="zh-CN" altLang="en-US" smtClean="0"/>
              <a:t>2026/10/2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558A60-CB82-4CF8-8E8F-98547F9B331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144334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72A7C-4DEC-4564-84EC-EE042061928E}" type="datetimeFigureOut">
              <a:rPr lang="zh-CN" altLang="en-US" smtClean="0"/>
              <a:t>2026/10/2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558A60-CB82-4CF8-8E8F-98547F9B331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58857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72A7C-4DEC-4564-84EC-EE042061928E}" type="datetimeFigureOut">
              <a:rPr lang="zh-CN" altLang="en-US" smtClean="0"/>
              <a:t>2026/10/2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558A60-CB82-4CF8-8E8F-98547F9B331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904198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72A7C-4DEC-4564-84EC-EE042061928E}" type="datetimeFigureOut">
              <a:rPr lang="zh-CN" altLang="en-US" smtClean="0"/>
              <a:t>2026/10/2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558A60-CB82-4CF8-8E8F-98547F9B331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665121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72A7C-4DEC-4564-84EC-EE042061928E}" type="datetimeFigureOut">
              <a:rPr lang="zh-CN" altLang="en-US" smtClean="0"/>
              <a:t>2026/10/2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558A60-CB82-4CF8-8E8F-98547F9B331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828935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72A7C-4DEC-4564-84EC-EE042061928E}" type="datetimeFigureOut">
              <a:rPr lang="zh-CN" altLang="en-US" smtClean="0"/>
              <a:t>2026/10/2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558A60-CB82-4CF8-8E8F-98547F9B331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612978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72A7C-4DEC-4564-84EC-EE042061928E}" type="datetimeFigureOut">
              <a:rPr lang="zh-CN" altLang="en-US" smtClean="0"/>
              <a:t>2026/10/2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558A60-CB82-4CF8-8E8F-98547F9B331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801271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E72A7C-4DEC-4564-84EC-EE042061928E}" type="datetimeFigureOut">
              <a:rPr lang="zh-CN" altLang="en-US" smtClean="0"/>
              <a:t>2026/10/2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558A60-CB82-4CF8-8E8F-98547F9B331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171397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untouched"/>
          <p:cNvSpPr/>
          <p:nvPr/>
        </p:nvSpPr>
        <p:spPr>
          <a:xfrm>
            <a:off x="10795000" y="5969000"/>
            <a:ext cx="762000" cy="381000"/>
          </a:xfrm>
          <a:prstGeom prst="rect">
            <a:avLst/>
          </a:prstGeom>
          <a:solidFill>
            <a:srgbClr val="11223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91874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自定义</PresentationFormat>
  <Paragraphs>0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等线</vt:lpstr>
      <vt:lpstr>等线 Light</vt:lpstr>
      <vt:lpstr>Arial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c23184</dc:creator>
  <cp:lastModifiedBy>c23184</cp:lastModifiedBy>
  <cp:revision>1</cp:revision>
  <dcterms:created xsi:type="dcterms:W3CDTF">2026-10-01T18:14:25Z</dcterms:created>
  <dcterms:modified xsi:type="dcterms:W3CDTF">2026-10-01T18:14:25Z</dcterms:modified>
</cp:coreProperties>
</file>