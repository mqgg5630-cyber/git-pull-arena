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E1A6-1EDE-43C3-8708-5C69F48BFA76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3113D-A424-4920-AA1B-3C01F4E50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7644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E1A6-1EDE-43C3-8708-5C69F48BFA76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3113D-A424-4920-AA1B-3C01F4E50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2955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E1A6-1EDE-43C3-8708-5C69F48BFA76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3113D-A424-4920-AA1B-3C01F4E50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422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E1A6-1EDE-43C3-8708-5C69F48BFA76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3113D-A424-4920-AA1B-3C01F4E50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0279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E1A6-1EDE-43C3-8708-5C69F48BFA76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3113D-A424-4920-AA1B-3C01F4E50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5045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E1A6-1EDE-43C3-8708-5C69F48BFA76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3113D-A424-4920-AA1B-3C01F4E50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3601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E1A6-1EDE-43C3-8708-5C69F48BFA76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3113D-A424-4920-AA1B-3C01F4E50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693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E1A6-1EDE-43C3-8708-5C69F48BFA76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3113D-A424-4920-AA1B-3C01F4E50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6091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E1A6-1EDE-43C3-8708-5C69F48BFA76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3113D-A424-4920-AA1B-3C01F4E50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146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E1A6-1EDE-43C3-8708-5C69F48BFA76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3113D-A424-4920-AA1B-3C01F4E50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2129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E1A6-1EDE-43C3-8708-5C69F48BFA76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3113D-A424-4920-AA1B-3C01F4E50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371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BFE1A6-1EDE-43C3-8708-5C69F48BFA76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43113D-A424-4920-AA1B-3C01F4E50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7470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ouched"/>
          <p:cNvSpPr/>
          <p:nvPr/>
        </p:nvSpPr>
        <p:spPr>
          <a:xfrm>
            <a:off x="10795000" y="5969000"/>
            <a:ext cx="762000" cy="381000"/>
          </a:xfrm>
          <a:prstGeom prst="rect">
            <a:avLst/>
          </a:prstGeom>
          <a:solidFill>
            <a:srgbClr val="1122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5223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c23184</dc:creator>
  <cp:lastModifiedBy>c23184</cp:lastModifiedBy>
  <cp:revision>1</cp:revision>
  <dcterms:created xsi:type="dcterms:W3CDTF">2026-10-01T18:25:25Z</dcterms:created>
  <dcterms:modified xsi:type="dcterms:W3CDTF">2026-10-01T18:25:25Z</dcterms:modified>
</cp:coreProperties>
</file>