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7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74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75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1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48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85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40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32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76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94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97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4F5E7-0A84-4768-8D36-3515A0B8AD04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A7FEF-5E76-41E1-A1B3-114B99822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311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ouched"/>
          <p:cNvSpPr/>
          <p:nvPr/>
        </p:nvSpPr>
        <p:spPr>
          <a:xfrm>
            <a:off x="10795000" y="5969000"/>
            <a:ext cx="762000" cy="381000"/>
          </a:xfrm>
          <a:prstGeom prst="rect">
            <a:avLst/>
          </a:prstGeom>
          <a:solidFill>
            <a:srgbClr val="1122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ell0"/>
          <p:cNvSpPr/>
          <p:nvPr/>
        </p:nvSpPr>
        <p:spPr>
          <a:xfrm>
            <a:off x="635000" y="635000"/>
            <a:ext cx="1270000" cy="1016000"/>
          </a:xfrm>
          <a:prstGeom prst="ellipse">
            <a:avLst/>
          </a:prstGeom>
          <a:gradFill flip="none" rotWithShape="1">
            <a:gsLst>
              <a:gs pos="0">
                <a:srgbClr val="FFF2CC"/>
              </a:gs>
              <a:gs pos="100000">
                <a:srgbClr val="512173"/>
              </a:gs>
              <a:gs pos="40000">
                <a:srgbClr val="A65BC4">
                  <a:alpha val="80000"/>
                </a:srgbClr>
              </a:gs>
            </a:gsLst>
            <a:lin ang="2100000" scaled="1"/>
            <a:tileRect/>
          </a:gradFill>
          <a:ln w="254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33445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ell1"/>
          <p:cNvSpPr/>
          <p:nvPr/>
        </p:nvSpPr>
        <p:spPr>
          <a:xfrm>
            <a:off x="2286000" y="635000"/>
            <a:ext cx="1270000" cy="1016000"/>
          </a:xfrm>
          <a:prstGeom prst="ellipse">
            <a:avLst/>
          </a:prstGeom>
          <a:gradFill flip="none" rotWithShape="1">
            <a:gsLst>
              <a:gs pos="0">
                <a:srgbClr val="FFF2CC"/>
              </a:gs>
              <a:gs pos="100000">
                <a:srgbClr val="512173"/>
              </a:gs>
              <a:gs pos="40000">
                <a:srgbClr val="A65BC4">
                  <a:alpha val="80000"/>
                </a:srgb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cell2"/>
          <p:cNvSpPr/>
          <p:nvPr/>
        </p:nvSpPr>
        <p:spPr>
          <a:xfrm>
            <a:off x="3937000" y="635000"/>
            <a:ext cx="1270000" cy="1016000"/>
          </a:xfrm>
          <a:prstGeom prst="ellipse">
            <a:avLst/>
          </a:prstGeom>
          <a:gradFill flip="none" rotWithShape="1">
            <a:gsLst>
              <a:gs pos="0">
                <a:srgbClr val="FFF2CC"/>
              </a:gs>
              <a:gs pos="100000">
                <a:srgbClr val="512173"/>
              </a:gs>
              <a:gs pos="40000">
                <a:srgbClr val="A65BC4">
                  <a:alpha val="80000"/>
                </a:srgbClr>
              </a:gs>
            </a:gsLst>
            <a:path path="rect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curve"/>
          <p:cNvSpPr/>
          <p:nvPr/>
        </p:nvSpPr>
        <p:spPr>
          <a:xfrm>
            <a:off x="762000" y="3175000"/>
            <a:ext cx="3175000" cy="508000"/>
          </a:xfrm>
          <a:custGeom>
            <a:avLst/>
            <a:gdLst>
              <a:gd name="connsiteX0" fmla="*/ 0 w 3175000"/>
              <a:gd name="connsiteY0" fmla="*/ 381000 h 508000"/>
              <a:gd name="connsiteX1" fmla="*/ 2540000 w 3175000"/>
              <a:gd name="connsiteY1" fmla="*/ 0 h 508000"/>
              <a:gd name="connsiteX2" fmla="*/ 3175000 w 3175000"/>
              <a:gd name="connsiteY2" fmla="*/ 508000 h 508000"/>
              <a:gd name="connsiteX0" fmla="*/ 0 w 3556000"/>
              <a:gd name="connsiteY0" fmla="*/ 381000 h 508000"/>
              <a:gd name="connsiteX1" fmla="*/ 2540000 w 3556000"/>
              <a:gd name="connsiteY1" fmla="*/ 0 h 508000"/>
              <a:gd name="connsiteX2" fmla="*/ 3175000 w 3556000"/>
              <a:gd name="connsiteY2" fmla="*/ 508000 h 508000"/>
              <a:gd name="connsiteX3" fmla="*/ 3556000 w 3556000"/>
              <a:gd name="connsiteY3" fmla="*/ 0 h 508000"/>
              <a:gd name="connsiteX0" fmla="*/ 0 w 3175000"/>
              <a:gd name="connsiteY0" fmla="*/ 381000 h 508000"/>
              <a:gd name="connsiteX1" fmla="*/ 2540000 w 3175000"/>
              <a:gd name="connsiteY1" fmla="*/ 0 h 508000"/>
              <a:gd name="connsiteX2" fmla="*/ 3175000 w 3175000"/>
              <a:gd name="connsiteY2" fmla="*/ 508000 h 508000"/>
              <a:gd name="connsiteX0" fmla="*/ 0 w 3175000"/>
              <a:gd name="connsiteY0" fmla="*/ 381000 h 508000"/>
              <a:gd name="connsiteX1" fmla="*/ 2540000 w 3175000"/>
              <a:gd name="connsiteY1" fmla="*/ 0 h 508000"/>
              <a:gd name="connsiteX2" fmla="*/ 3175000 w 31750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5000" h="508000">
                <a:moveTo>
                  <a:pt x="0" y="381000"/>
                </a:moveTo>
                <a:cubicBezTo>
                  <a:pt x="635000" y="-762000"/>
                  <a:pt x="1905000" y="1270000"/>
                  <a:pt x="2540000" y="0"/>
                </a:cubicBezTo>
                <a:lnTo>
                  <a:pt x="3175000" y="508000"/>
                </a:lnTo>
              </a:path>
            </a:pathLst>
          </a:custGeom>
          <a:ln w="508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convert_path"/>
          <p:cNvSpPr/>
          <p:nvPr/>
        </p:nvSpPr>
        <p:spPr>
          <a:xfrm>
            <a:off x="5080000" y="2921000"/>
            <a:ext cx="1524000" cy="381000"/>
          </a:xfrm>
          <a:custGeom>
            <a:avLst/>
            <a:gdLst>
              <a:gd name="connsiteX0" fmla="*/ 0 w 1524000"/>
              <a:gd name="connsiteY0" fmla="*/ 0 h 381000"/>
              <a:gd name="connsiteX1" fmla="*/ 762000 w 1524000"/>
              <a:gd name="connsiteY1" fmla="*/ 381000 h 381000"/>
              <a:gd name="connsiteX2" fmla="*/ 1524000 w 1524000"/>
              <a:gd name="connsiteY2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0" h="381000">
                <a:moveTo>
                  <a:pt x="0" y="0"/>
                </a:moveTo>
                <a:cubicBezTo>
                  <a:pt x="254000" y="127000"/>
                  <a:pt x="508000" y="254000"/>
                  <a:pt x="762000" y="381000"/>
                </a:cubicBezTo>
                <a:lnTo>
                  <a:pt x="1524000" y="0"/>
                </a:lnTo>
              </a:path>
            </a:pathLst>
          </a:custGeom>
          <a:ln w="38100">
            <a:solidFill>
              <a:srgbClr val="3388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abel"/>
          <p:cNvSpPr txBox="1"/>
          <p:nvPr/>
        </p:nvSpPr>
        <p:spPr>
          <a:xfrm>
            <a:off x="635000" y="4445000"/>
            <a:ext cx="10033000" cy="96436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altLang="zh-CN" sz="2600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H</a:t>
            </a:r>
            <a:r>
              <a:rPr lang="pt-BR" altLang="zh-CN" sz="2400" baseline="-25000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</a:t>
            </a:r>
            <a:r>
              <a:rPr lang="pt-BR" altLang="zh-CN" sz="2400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  ·  Ca</a:t>
            </a:r>
            <a:r>
              <a:rPr lang="pt-BR" altLang="zh-CN" sz="2400" baseline="30000" smtClean="0">
                <a:solidFill>
                  <a:srgbClr val="7030A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2+</a:t>
            </a:r>
            <a:r>
              <a:rPr lang="pt-BR" altLang="zh-CN" sz="2400" i="1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 </a:t>
            </a:r>
            <a:r>
              <a:rPr lang="zh-CN" altLang="pt-BR" sz="2400" i="1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🧬 </a:t>
            </a:r>
            <a:r>
              <a:rPr lang="pt-BR" altLang="zh-CN" sz="2400" i="1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DNA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zh-CN" altLang="pt-BR" sz="2400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中文 </a:t>
            </a:r>
            <a:r>
              <a:rPr lang="pt-BR" altLang="zh-CN" sz="2400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English  </a:t>
            </a:r>
            <a:r>
              <a:rPr lang="pt-BR" altLang="zh-CN" sz="2400" u="sng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  <a:hlinkClick r:id="rId2"/>
              </a:rPr>
              <a:t>link</a:t>
            </a:r>
            <a:r>
              <a:rPr lang="pt-BR" altLang="zh-CN" sz="2400" u="sng" smtClean="0">
                <a:solidFill>
                  <a:srgbClr val="334455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✓</a:t>
            </a:r>
            <a:endParaRPr lang="zh-CN" altLang="en-US" sz="2400" i="1" u="sng">
              <a:solidFill>
                <a:srgbClr val="00779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2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c23184</dc:creator>
  <cp:lastModifiedBy>c23184</cp:lastModifiedBy>
  <cp:revision>2</cp:revision>
  <dcterms:created xsi:type="dcterms:W3CDTF">2026-10-01T18:33:42Z</dcterms:created>
  <dcterms:modified xsi:type="dcterms:W3CDTF">2026-10-01T18:33:48Z</dcterms:modified>
</cp:coreProperties>
</file>